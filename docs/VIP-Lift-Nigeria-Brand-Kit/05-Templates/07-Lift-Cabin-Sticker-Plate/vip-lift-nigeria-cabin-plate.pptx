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30a560949442c" /><Relationship Type="http://schemas.openxmlformats.org/officeDocument/2006/relationships/extended-properties" Target="/docProps/app.xml" Id="R27c9a7238b9a4009" /><Relationship Type="http://schemas.openxmlformats.org/officeDocument/2006/relationships/officeDocument" Target="/ppt/presentation.xml" Id="Rf9ab8e5e1c9148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3cb27a00924539"/>
  </p:sldMasterIdLst>
  <p:notesMasterIdLst>
    <p:notesMasterId xmlns:r="http://schemas.openxmlformats.org/officeDocument/2006/relationships" r:id="R8aede5481cba46ca"/>
  </p:notesMasterIdLst>
  <p:sldIdLst>
    <p:sldId xmlns:r="http://schemas.openxmlformats.org/officeDocument/2006/relationships" id="256" r:id="R34fe90fa24d5451d"/>
  </p:sldIdLst>
  <p:sldSz cx="5400675" cy="72009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f781d3627d4e2a" /><Relationship Type="http://schemas.openxmlformats.org/officeDocument/2006/relationships/slideMaster" Target="/ppt/slideMasters/slideMaster1.xml" Id="R353cb27a00924539" /><Relationship Type="http://schemas.openxmlformats.org/officeDocument/2006/relationships/notesMaster" Target="/ppt/notesMasters/notesMaster1.xml" Id="R8aede5481cba46ca" /><Relationship Type="http://schemas.openxmlformats.org/officeDocument/2006/relationships/presProps" Target="/ppt/presProps.xml" Id="R5cb1b97f9269430d" /><Relationship Type="http://schemas.openxmlformats.org/officeDocument/2006/relationships/viewProps" Target="/ppt/viewProps.xml" Id="R8922d27f76014b39" /><Relationship Type="http://schemas.openxmlformats.org/officeDocument/2006/relationships/tableStyles" Target="/ppt/tableStyles.xml" Id="R2a031ae1daaf406c" /><Relationship Type="http://schemas.openxmlformats.org/officeDocument/2006/relationships/slide" Target="/ppt/slides/slide1.xml" Id="R34fe90fa24d545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95fd18b1fd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Input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Input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Input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Input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Input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Input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2779e8e6f54355" /><Relationship Type="http://schemas.openxmlformats.org/officeDocument/2006/relationships/notesMaster" Target="/ppt/notesMasters/notesMaster1.xml" Id="R7e0f31bc309d4c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b904eee1942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6d517c3ce14d49" /><Relationship Type="http://schemas.openxmlformats.org/officeDocument/2006/relationships/slideLayout" Target="/ppt/slideLayouts/slideLayout1.xml" Id="Rbf32294c549a40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32294c549a40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1ee8680fa4700" /><Relationship Type="http://schemas.openxmlformats.org/officeDocument/2006/relationships/image" Target="/ppt/media/image.png" Id="R44645fe48f854de1" /><Relationship Type="http://schemas.openxmlformats.org/officeDocument/2006/relationships/notesSlide" Target="/ppt/notesSlides/notesSlide1.xml" Id="Rb0fb38db491f41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45fe48f854de1"/>
          <a:stretch xmlns:a="http://schemas.openxmlformats.org/drawingml/2006/main"/>
        </p:blipFill>
        <p:spPr>
          <a:xfrm xmlns:a="http://schemas.openxmlformats.org/drawingml/2006/main">
            <a:off x="845344" y="466725"/>
            <a:ext cx="3709988" cy="11715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24782-6480-41C7-A672-1B6EC787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414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2567F-1569-446C-A7DE-80E40B44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14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LIFT INFORMATION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CE4CF-8376-4176-B3D3-0F52CFD9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41433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MAXIMUM CAPACITY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C051C-9E0D-47D8-AB41-8CCDF474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414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10 persons / 800 kg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35D8C-AFB8-4DC1-8519-76F3572D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41433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EMERGENCY ASSISTANCE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ED89E-4471-460A-812F-FB7C5D22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414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+234 809 555 0199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B4AB5-2AB5-49DE-8D6C-551886C7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62575"/>
            <a:ext cx="4143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For service or maintenance</a:t>
            </a:r>
          </a:p>
          <a:p xmlns:a="http://schemas.openxmlformats.org/drawingml/2006/main">
            <a:pPr algn="ctr">
              <a:defRPr sz="112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contact VIP Lift Nigeria.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62717-8193-4AB7-8CE2-CD12FD36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67475"/>
            <a:ext cx="414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Keep doorway clear. Children must be supervised.</a:t>
            </a:r>
          </a:p>
        </p:txBody>
      </p:sp>
    </p:spTree>
    <p:extLst>
      <p:ext uri="{BB962C8B-B14F-4D97-AF65-F5344CB8AC3E}">
        <p14:creationId xmlns:p14="http://schemas.microsoft.com/office/powerpoint/2010/main" val="1311048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2026-06-09T23:31:12.2000000Z</dcterms:created>
  <dcterms:modified xsi:type="dcterms:W3CDTF">2026-06-09T23:31:12.2000000Z</dcterms:modified>
</coreProperties>
</file>