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4a5e77cabd4ad7" /><Relationship Type="http://schemas.openxmlformats.org/officeDocument/2006/relationships/extended-properties" Target="/docProps/app.xml" Id="R737c68db791b4fd4" /><Relationship Type="http://schemas.openxmlformats.org/officeDocument/2006/relationships/officeDocument" Target="/ppt/presentation.xml" Id="R2b4b861afc2a43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75d64cd90f41c7"/>
  </p:sldMasterIdLst>
  <p:notesMasterIdLst>
    <p:notesMasterId xmlns:r="http://schemas.openxmlformats.org/officeDocument/2006/relationships" r:id="R08c1a1cb9f264ab7"/>
  </p:notesMasterIdLst>
  <p:sldIdLst>
    <p:sldId xmlns:r="http://schemas.openxmlformats.org/officeDocument/2006/relationships" id="256" r:id="R474262ea73ec42ca"/>
    <p:sldId xmlns:r="http://schemas.openxmlformats.org/officeDocument/2006/relationships" id="257" r:id="R0d5358a301934901"/>
    <p:sldId xmlns:r="http://schemas.openxmlformats.org/officeDocument/2006/relationships" id="258" r:id="R3a89d5878d3748e3"/>
    <p:sldId xmlns:r="http://schemas.openxmlformats.org/officeDocument/2006/relationships" id="259" r:id="Racd977132d294299"/>
    <p:sldId xmlns:r="http://schemas.openxmlformats.org/officeDocument/2006/relationships" id="260" r:id="Rf5ef4ae858f745d5"/>
    <p:sldId xmlns:r="http://schemas.openxmlformats.org/officeDocument/2006/relationships" id="261" r:id="Rcecdbb0fd42149c0"/>
    <p:sldId xmlns:r="http://schemas.openxmlformats.org/officeDocument/2006/relationships" id="262" r:id="R6b5ea93b602e43ee"/>
    <p:sldId xmlns:r="http://schemas.openxmlformats.org/officeDocument/2006/relationships" id="263" r:id="R33c7a253948f43e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913eb2ab8d4460" /><Relationship Type="http://schemas.openxmlformats.org/officeDocument/2006/relationships/slideMaster" Target="/ppt/slideMasters/slideMaster1.xml" Id="R1d75d64cd90f41c7" /><Relationship Type="http://schemas.openxmlformats.org/officeDocument/2006/relationships/notesMaster" Target="/ppt/notesMasters/notesMaster1.xml" Id="R08c1a1cb9f264ab7" /><Relationship Type="http://schemas.openxmlformats.org/officeDocument/2006/relationships/presProps" Target="/ppt/presProps.xml" Id="R262099c47250457c" /><Relationship Type="http://schemas.openxmlformats.org/officeDocument/2006/relationships/viewProps" Target="/ppt/viewProps.xml" Id="R76567a3307a444a3" /><Relationship Type="http://schemas.openxmlformats.org/officeDocument/2006/relationships/tableStyles" Target="/ppt/tableStyles.xml" Id="R800ccf13c94d448a" /><Relationship Type="http://schemas.openxmlformats.org/officeDocument/2006/relationships/slide" Target="/ppt/slides/slide1.xml" Id="R474262ea73ec42ca" /><Relationship Type="http://schemas.openxmlformats.org/officeDocument/2006/relationships/slide" Target="/ppt/slides/slide2.xml" Id="R0d5358a301934901" /><Relationship Type="http://schemas.openxmlformats.org/officeDocument/2006/relationships/slide" Target="/ppt/slides/slide3.xml" Id="R3a89d5878d3748e3" /><Relationship Type="http://schemas.openxmlformats.org/officeDocument/2006/relationships/slide" Target="/ppt/slides/slide4.xml" Id="Racd977132d294299" /><Relationship Type="http://schemas.openxmlformats.org/officeDocument/2006/relationships/slide" Target="/ppt/slides/slide5.xml" Id="Rf5ef4ae858f745d5" /><Relationship Type="http://schemas.openxmlformats.org/officeDocument/2006/relationships/slide" Target="/ppt/slides/slide6.xml" Id="Rcecdbb0fd42149c0" /><Relationship Type="http://schemas.openxmlformats.org/officeDocument/2006/relationships/slide" Target="/ppt/slides/slide7.xml" Id="R6b5ea93b602e43ee" /><Relationship Type="http://schemas.openxmlformats.org/officeDocument/2006/relationships/slide" Target="/ppt/slides/slide8.xml" Id="R33c7a253948f43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3ff5a6bb5e47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Input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Input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Input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Input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Input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Input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0a70bac09d44fe" /><Relationship Type="http://schemas.openxmlformats.org/officeDocument/2006/relationships/notesMaster" Target="/ppt/notesMasters/notesMaster1.xml" Id="R2f2d7baa582d41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575aadebc04313" /><Relationship Type="http://schemas.openxmlformats.org/officeDocument/2006/relationships/notesMaster" Target="/ppt/notesMasters/notesMaster1.xml" Id="R85fd3303685845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98f9e248b54d7f" /><Relationship Type="http://schemas.openxmlformats.org/officeDocument/2006/relationships/notesMaster" Target="/ppt/notesMasters/notesMaster1.xml" Id="Rda6a0e729a934e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911dbc7758464d" /><Relationship Type="http://schemas.openxmlformats.org/officeDocument/2006/relationships/notesMaster" Target="/ppt/notesMasters/notesMaster1.xml" Id="R33856cc81bd34a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79410740a4416f" /><Relationship Type="http://schemas.openxmlformats.org/officeDocument/2006/relationships/notesMaster" Target="/ppt/notesMasters/notesMaster1.xml" Id="Re7452f08026a4b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5f91e6f5e84a7d" /><Relationship Type="http://schemas.openxmlformats.org/officeDocument/2006/relationships/notesMaster" Target="/ppt/notesMasters/notesMaster1.xml" Id="Rdb55b292955c49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581d9059a04d2a" /><Relationship Type="http://schemas.openxmlformats.org/officeDocument/2006/relationships/notesMaster" Target="/ppt/notesMasters/notesMaster1.xml" Id="R466c59cd65da40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ef52fca45f479a" /><Relationship Type="http://schemas.openxmlformats.org/officeDocument/2006/relationships/notesMaster" Target="/ppt/notesMasters/notesMaster1.xml" Id="R712aae2f56444c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6c8cd10aa4b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f3f09564874d9c" /><Relationship Type="http://schemas.openxmlformats.org/officeDocument/2006/relationships/slideLayout" Target="/ppt/slideLayouts/slideLayout1.xml" Id="R3fb4dc5449254a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b4dc5449254a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9e3a7011746e4" /><Relationship Type="http://schemas.openxmlformats.org/officeDocument/2006/relationships/image" Target="/ppt/media/image.png" Id="Rae2144d64fac4702" /><Relationship Type="http://schemas.openxmlformats.org/officeDocument/2006/relationships/image" Target="/ppt/media/image2.png" Id="R5c1a8e602fa14dc4" /><Relationship Type="http://schemas.openxmlformats.org/officeDocument/2006/relationships/notesSlide" Target="/ppt/notesSlides/notesSlide1.xml" Id="Re00aed13a3f74b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0a29e91d740d7" /><Relationship Type="http://schemas.openxmlformats.org/officeDocument/2006/relationships/image" Target="/ppt/media/image3.png" Id="Rd7d4bd987559481d" /><Relationship Type="http://schemas.openxmlformats.org/officeDocument/2006/relationships/notesSlide" Target="/ppt/notesSlides/notesSlide2.xml" Id="Rd0f2fc1f443f40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a05463ed04554" /><Relationship Type="http://schemas.openxmlformats.org/officeDocument/2006/relationships/notesSlide" Target="/ppt/notesSlides/notesSlide3.xml" Id="R35d88013a0ef42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789780b274bf8" /><Relationship Type="http://schemas.openxmlformats.org/officeDocument/2006/relationships/notesSlide" Target="/ppt/notesSlides/notesSlide4.xml" Id="R67d78ab87fd445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5b6bd8acd4ce9" /><Relationship Type="http://schemas.openxmlformats.org/officeDocument/2006/relationships/image" Target="/ppt/media/image4.png" Id="R2746bc0cf4584208" /><Relationship Type="http://schemas.openxmlformats.org/officeDocument/2006/relationships/notesSlide" Target="/ppt/notesSlides/notesSlide5.xml" Id="R2e776762525c49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2a686456c4915" /><Relationship Type="http://schemas.openxmlformats.org/officeDocument/2006/relationships/notesSlide" Target="/ppt/notesSlides/notesSlide6.xml" Id="Ra59038d73c3e42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7acf1b45a4c5e" /><Relationship Type="http://schemas.openxmlformats.org/officeDocument/2006/relationships/notesSlide" Target="/ppt/notesSlides/notesSlide7.xml" Id="Rc7953bcc491046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26f20edec4174" /><Relationship Type="http://schemas.openxmlformats.org/officeDocument/2006/relationships/image" Target="/ppt/media/image5.png" Id="Ra09995a080a44568" /><Relationship Type="http://schemas.openxmlformats.org/officeDocument/2006/relationships/image" Target="/ppt/media/image6.png" Id="R23802bf8c33d4988" /><Relationship Type="http://schemas.openxmlformats.org/officeDocument/2006/relationships/notesSlide" Target="/ppt/notesSlides/notesSlide8.xml" Id="Rd01ed764fad14c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8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144d64fac4702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4E58B-426B-4970-B88A-A887799F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26">
              <a:alpha val="80000"/>
            </a:srgbClr>
          </a:solidFill>
          <a:ln xmlns:a="http://schemas.openxmlformats.org/drawingml/2006/main" w="0">
            <a:solidFill>
              <a:srgbClr val="061326">
                <a:alpha val="8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593DC-A463-4B14-987D-F109BD19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5904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4">
              <a:alpha val="90980"/>
            </a:srgbClr>
          </a:solidFill>
          <a:ln xmlns:a="http://schemas.openxmlformats.org/drawingml/2006/main" w="0">
            <a:solidFill>
              <a:srgbClr val="020814">
                <a:alpha val="9098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a8e602fa14dc4"/>
          <a:stretch xmlns:a="http://schemas.openxmlformats.org/drawingml/2006/main"/>
        </p:blipFill>
        <p:spPr>
          <a:xfrm xmlns:a="http://schemas.openxmlformats.org/drawingml/2006/main">
            <a:off x="712788" y="552450"/>
            <a:ext cx="2184400" cy="819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6F4A6-8AFB-4063-9EEF-64DEF146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0360"/>
            <a:ext cx="6705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Lift solutions,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locally supported.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629FC-98A5-4D34-8278-69BEE153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4246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75D74-9795-4B04-8D00-1693CDCD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8210"/>
            <a:ext cx="621792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Supply • Installation • Repair • Servicing • Maintenance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E5A2F-A2A2-4DD1-815F-ABC5C952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VALUE. INNOVATION. PRESTIGE.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1F385-C3F6-4570-8FE4-C4EB3158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6270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C9C7BF"/>
                </a:solidFill>
                <a:latin typeface="Montserrat"/>
                <a:ea typeface="Montserrat"/>
                <a:cs typeface="Montserrat"/>
              </a:defRPr>
            </a:pPr>
            <a: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830470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98B485-0E89-44B3-85C9-8BDCB6AA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ABOUT 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71594-A00A-49DC-A917-48CDFA13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1010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International systems. Nigerian expertise.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A065F-2543-472F-9046-C47C1B6D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29DA5-CBD4-4205-8B17-85CEA1F1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28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191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VIP Lift Nigeria supplies, installs, repairs, services and maintains selected international lift systems for homes, businesses and public buildings.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4bd987559481d"/>
          <a:srcRect xmlns:a="http://schemas.openxmlformats.org/drawingml/2006/main" l="0" t="1020" r="0" b="10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55AF8-199F-44DD-BDE8-B7968DF3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5AFC3-4EE6-43C0-BB6B-4A729F83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600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Early-stage site and requirement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2D749-DCBC-4355-ADFE-C62CE78D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F8D08-36B3-422F-B9AC-4AE82B78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600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Product selection and supply coordination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0C470-776A-49FE-8203-239FADCB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6F39D-EB3D-4446-A46E-87FF106A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600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Professional installation and commissioning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F5B86-0340-4DCB-9984-BFE16077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62AB1-50E7-4D8D-87C3-12560EAA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600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Responsive servicing, repairs and maintenance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19CD1-7567-4FF8-B047-AA630CD8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6270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02 / 08</a:t>
            </a:r>
          </a:p>
        </p:txBody>
      </p:sp>
    </p:spTree>
    <p:extLst>
      <p:ext uri="{BB962C8B-B14F-4D97-AF65-F5344CB8AC3E}">
        <p14:creationId xmlns:p14="http://schemas.microsoft.com/office/powerpoint/2010/main" val="1447403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331E3C-2638-4DFC-A5DA-BB6740A2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A572A-38BB-4EC8-BC10-44E6C5C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1010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Support across the lift lifecycle.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EA10A-1CEB-4EA4-B8C8-D8E3A111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C6C2F-09D7-4681-B339-98BC9784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38350" cy="29527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0F5F3C"/>
          </a:solidFill>
          <a:ln xmlns:a="http://schemas.openxmlformats.org/drawingml/2006/main" w="0">
            <a:solidFill>
              <a:srgbClr val="0F5F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BCE30-15F0-4584-B0CA-A9DA4895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B75AC-1D58-4781-94C1-D1D3099E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Supply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6ECD5-541D-42AB-A36A-EFD445E4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619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Selected systems matched to the building, users and design intent.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FA741-AB6E-4541-B89E-FD7ACAF6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90750"/>
            <a:ext cx="2038350" cy="29527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0D1D32"/>
          </a:solidFill>
          <a:ln xmlns:a="http://schemas.openxmlformats.org/drawingml/2006/main" w="0">
            <a:solidFill>
              <a:srgbClr val="0D1D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BE82C-DA6C-4097-BDA6-0EEACFAF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622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A947A-650B-4726-8E4A-34FE4689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860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Installation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2A432-015C-4CD6-8B18-63ECC4AB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81350"/>
            <a:ext cx="1619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Coordinated delivery, installation and commissioning support.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29C1D-0069-4350-BB1B-7334080A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90750"/>
            <a:ext cx="2038350" cy="29527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0D1D32"/>
          </a:solidFill>
          <a:ln xmlns:a="http://schemas.openxmlformats.org/drawingml/2006/main" w="0">
            <a:solidFill>
              <a:srgbClr val="0D1D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C3489-0B2E-43F5-AB60-4978E9DE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622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9F1D7-CA50-4C55-997C-9F0D0281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860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Repair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6102A-EE0D-4A07-98FE-B3DBA13E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81350"/>
            <a:ext cx="1619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Practical fault response and repair planning.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EC1C7-5647-4867-8518-855BE5B5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90750"/>
            <a:ext cx="2038350" cy="29527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0D1D32"/>
          </a:solidFill>
          <a:ln xmlns:a="http://schemas.openxmlformats.org/drawingml/2006/main" w="0">
            <a:solidFill>
              <a:srgbClr val="0D1D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1D91CF-372D-46A0-B0A1-9CB0F70F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622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E96B2-3FCE-4CD5-B207-8962AADA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Servicing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0371D-7230-4B95-B352-E8929FD7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81350"/>
            <a:ext cx="1619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Routine attention that protects performance and usability.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064ACA-0A4C-4083-AA6F-169FF3F6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90750"/>
            <a:ext cx="2038350" cy="29527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0D1D32"/>
          </a:solidFill>
          <a:ln xmlns:a="http://schemas.openxmlformats.org/drawingml/2006/main" w="0">
            <a:solidFill>
              <a:srgbClr val="0D1D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F37571-DC29-45A0-9A14-55EFE156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622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0342C3-002C-410F-AD60-EC3BE19E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860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Maintenance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313958-63DB-4787-8D28-04D4B019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81350"/>
            <a:ext cx="1619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Structured ongoing support for long-term confidence.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CCB452-F712-4048-8DEF-5F638617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0668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D8D8D4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One accountable local partner from first conversation through ongoing care.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96C463-A68D-40A2-9F7A-243346B4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6270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C9C7BF"/>
                </a:solidFill>
                <a:latin typeface="Montserrat"/>
                <a:ea typeface="Montserrat"/>
                <a:cs typeface="Montserrat"/>
              </a:defRPr>
            </a:pPr>
            <a: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17186776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7CCA20-5B75-439A-8E24-3C292DA5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LIFT CATEGORIES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11702-E693-44CA-AC4B-F435689E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1010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A solution for the building and the journey.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27880-FA02-4BC5-9BAB-8257765D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19B1E-B317-47E2-93BF-94F9622F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07C59-D43C-444A-B217-E817619A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580F0-2E4A-41CC-8D04-03D9415B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7925"/>
            <a:ext cx="4819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Platform lifts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8BE64-DB48-42B6-8145-EF6CF2EC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3225"/>
            <a:ext cx="48196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Accessible, space-aware solutions for homes and public environments.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9569B-FA5A-427A-ABCD-6714DD33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6FEFE-B778-4912-9AC9-F5E48002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24075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8CC28-9492-42A6-9AA4-23FF25EE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47925"/>
            <a:ext cx="4819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Traction lifts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43FD6-2924-4909-9E9F-A76818B9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43225"/>
            <a:ext cx="48196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Efficient vertical mobility for multi-storey residential and commercial use.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CC8A2-14E8-407F-A04F-3CA93165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61326"/>
          </a:solidFill>
          <a:ln xmlns:a="http://schemas.openxmlformats.org/drawingml/2006/main" w="0">
            <a:solidFill>
              <a:srgbClr val="0613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A166E-9C92-4A1B-82D4-2C0C28E6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A029B-CB6D-4FCE-B3A5-9A6CB3E4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4819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Home lifts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F0101-2AF1-4514-905F-D7D96828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48196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Comfort, accessibility and future-ready living integrated into the architecture.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D6D83-6616-4B76-9C55-8AE7765F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48125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DF68E-07A2-4AC4-A066-20D1B5F6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19575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0715CE-6BF7-4DDB-969C-8705BCB4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43425"/>
            <a:ext cx="4819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Commercial lifts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F53D6A-BB8A-436D-A47C-D5866988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38725"/>
            <a:ext cx="48196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Durable passenger movement for offices, hotels, retail and public buildings.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493B8-688B-4DDF-B6DB-EA26780A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6270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7597230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6bc0cf4584208"/>
          <a:srcRect xmlns:a="http://schemas.openxmlformats.org/drawingml/2006/main" l="22222" t="0" r="22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715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58561-9FA1-46BA-91B8-EF1840DE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WHERE WE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869D9-F4E8-44B4-8E81-75B5C9E4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42950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Designed for everyday Nigerian buildings.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5C5C7-E436-4D7E-A9F9-07C3CBB0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62E93-2534-40F7-AA29-08DF8A03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2333625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61326"/>
          </a:solidFill>
          <a:ln xmlns:a="http://schemas.openxmlformats.org/drawingml/2006/main" w="0">
            <a:solidFill>
              <a:srgbClr val="0613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B0D5C-EB6B-4395-B2A9-2B621439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526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Private homes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A1E99-A8A3-48FA-BF59-17DF97D9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05000"/>
            <a:ext cx="2333625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043DA-79C3-427A-A9E0-29F08BDB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1526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Duplexes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458B2-607D-4387-B98F-0CABF053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2333625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B47DB-4A8A-48D6-B777-BBA13284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527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Apartments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4E864-EDB5-48AB-A05C-39FF02E5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05125"/>
            <a:ext cx="2333625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D79FB-4366-4E55-B46A-C2DB4290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1527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Hotels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DB1EB-4323-4025-AA85-F962D767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2333625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D52231-DF9F-4F58-BD95-07380B8F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Offices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F216C-0326-4729-BE6C-F5421245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05250"/>
            <a:ext cx="2333625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F5E99-2466-4AE0-B669-08860F2E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1529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Shopping environments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CBF67-51D2-4E57-B78B-83DAA1EE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05375"/>
            <a:ext cx="2333625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AFDD5-FE80-4F87-BA3C-33C99D52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530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Churches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75D9C-67B7-4467-823B-466A9CC9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905375"/>
            <a:ext cx="2333625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5241C-C8FC-4888-8941-A1BDF777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530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Public buildings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D8782-24A3-4D53-979C-F1A77503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007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5F3C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Each project begins with the site, the intended users and the maintenance reality.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794390-B564-4A10-9F23-F69B66F4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6270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05 / 08</a:t>
            </a:r>
          </a:p>
        </p:txBody>
      </p:sp>
    </p:spTree>
    <p:extLst>
      <p:ext uri="{BB962C8B-B14F-4D97-AF65-F5344CB8AC3E}">
        <p14:creationId xmlns:p14="http://schemas.microsoft.com/office/powerpoint/2010/main" val="11321405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208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9AB2E0-3ADD-406F-95A1-13C6E2C3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OUR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55A92-2E85-4D61-8EBF-19E54165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1010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From requirement to reliable operation.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4E07D-9695-4462-8C84-76495287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C65D7-2529-42A1-8285-E23A7D59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97F8A-A6BF-4468-B432-6BEA289E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5BEBF-A21C-4C29-B416-88378593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Understand the building, users, access requirements and commercial priorities.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272B7-1065-46B8-A0B3-0EE08351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288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77D88-080C-4EE9-80D0-86CB350B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64D6F-3F41-4755-9409-71387902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622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Recommend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EB93C-5544-4D35-B186-CC4D6A93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Shape a clear lift brief and suitable system direction.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57DA9-F309-4B75-8DB2-E4E76770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288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BCE68-3D80-44DD-8F8A-9C2F3AFB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59DAC-487A-44E1-9A24-ECB12DB6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Coordinate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3FABA-8C97-468A-9D23-592EF801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Align supply, site preparation, installation and commissioning.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7D840-913B-4608-95FE-E57D4522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288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92D19-4D3C-4201-A8C0-CC7AB384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669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766DC-9848-4E7E-9425-96CAD3AF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622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075E5-3E5E-468F-94D2-D5728C6A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0995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Provide servicing, maintenance and repair response after handover.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9C92C6-6402-4979-A2F2-64370FDB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Clear advice. Precise coordination. Ongoing local support.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61F03-1FBD-43FD-A51F-8D76EA88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6270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C9C7BF"/>
                </a:solidFill>
                <a:latin typeface="Montserrat"/>
                <a:ea typeface="Montserrat"/>
                <a:cs typeface="Montserrat"/>
              </a:defRPr>
            </a:pPr>
            <a:r>
              <a:t>06 / 08</a:t>
            </a:r>
          </a:p>
        </p:txBody>
      </p:sp>
    </p:spTree>
    <p:extLst>
      <p:ext uri="{BB962C8B-B14F-4D97-AF65-F5344CB8AC3E}">
        <p14:creationId xmlns:p14="http://schemas.microsoft.com/office/powerpoint/2010/main" val="12888279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0DD59F-8125-4EEF-9A61-3DE9A31C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SERVICE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17CCF-A5A0-482F-826C-18851A64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1010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The relationship continues after installation.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DCF1C-5DB7-4E1E-BB46-E1246223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28269-4EA7-4542-812F-E207F429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61326"/>
          </a:solidFill>
          <a:ln xmlns:a="http://schemas.openxmlformats.org/drawingml/2006/main" w="0">
            <a:solidFill>
              <a:srgbClr val="0613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FE5DE-A744-46FE-A855-2BB84B11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D01AB-5A1A-4E4F-A73E-94645D18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7925"/>
            <a:ext cx="4819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Planned maintenance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7E311-B0D4-4A08-AFEF-746E8FDC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3225"/>
            <a:ext cx="48196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Scheduled checks and practical maintenance planning.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08B8D-EA42-4565-B582-C7129ACB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AEB7D-C11F-4556-BBF9-9369239D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24075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42BE2-5521-489D-8E30-9492C7A8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47925"/>
            <a:ext cx="4819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Responsive servicing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51E72-9019-4062-9F7E-AAB606EC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43225"/>
            <a:ext cx="48196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Clear communication when performance needs attention.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84746-E42A-4645-BE1C-A402184B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D00EA-6969-46FD-A3F2-A5E8A9F1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79FD5-7813-460B-8615-BF9296BB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4819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Repair coordination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716E40-5573-4A6C-9111-FA71A0B5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48196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Diagnosis, parts planning and repair execution.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0181B-A6BA-4833-9574-29AA269F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48125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D6658-8F59-412F-AB46-79416BFF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19575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D91B44-5328-418F-BD79-4794E6E6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43425"/>
            <a:ext cx="4819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Lifecycle guidance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A5E252-35B9-4DA9-851E-176691A7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38725"/>
            <a:ext cx="48196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Support for responsible operation and future decisions.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C99B5-39D7-4981-8352-7956C6F2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0668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A8ADB3"/>
                </a:solidFill>
                <a:latin typeface="Inter"/>
                <a:ea typeface="Inter"/>
                <a:cs typeface="Inter"/>
              </a:defRPr>
            </a:pPr>
            <a:r>
              <a:t>Maintenance scope, response times and warranty terms are confirmed per project and contract.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BB9D08-D272-469D-88F2-18F544EE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6270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13915688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995a080a44568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73CDD-7FD5-4015-99BB-45AAAB08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4">
              <a:alpha val="80000"/>
            </a:srgbClr>
          </a:solidFill>
          <a:ln xmlns:a="http://schemas.openxmlformats.org/drawingml/2006/main" w="0">
            <a:solidFill>
              <a:srgbClr val="020814">
                <a:alpha val="8000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02bf8c33d4988"/>
          <a:stretch xmlns:a="http://schemas.openxmlformats.org/drawingml/2006/main"/>
        </p:blipFill>
        <p:spPr>
          <a:xfrm xmlns:a="http://schemas.openxmlformats.org/drawingml/2006/main">
            <a:off x="876300" y="552450"/>
            <a:ext cx="2286000" cy="85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71556-E4AC-436F-855A-778BD3A8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Let’s review your building.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06811-661B-4550-8016-6DB1618A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619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Share the site, intended use and project stage. We will help shape the next practical step.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9FCF8-D871-4E61-8D47-2293822A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2E787-824E-4038-B859-11654AB0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t>+234 809 555 0148</a:t>
            </a:r>
          </a:p>
          <a:p xmlns:a="http://schemas.openxmlformats.org/drawingml/2006/main">
            <a:pPr algn="l">
              <a:defRPr sz="1125" b="0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t>hello@viplift.example</a:t>
            </a:r>
          </a:p>
          <a:p xmlns:a="http://schemas.openxmlformats.org/drawingml/2006/main">
            <a:pPr algn="l">
              <a:defRPr sz="1125" b="0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t>www.viplift.example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EF8CD-5BD6-45A1-A90A-56A768BC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769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8" b="0" i="0">
                <a:solidFill>
                  <a:srgbClr val="A8ADB3"/>
                </a:solidFill>
                <a:latin typeface="Inter"/>
                <a:ea typeface="Inter"/>
                <a:cs typeface="Inter"/>
              </a:defRPr>
            </a:pPr>
            <a:r>
              <a:t>Sample contact details. Replace before publication.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E9F0C-8B85-4598-BEF5-580F1D58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6270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C9C7BF"/>
                </a:solidFill>
                <a:latin typeface="Montserrat"/>
                <a:ea typeface="Montserrat"/>
                <a:cs typeface="Montserrat"/>
              </a:defRPr>
            </a:pPr>
            <a:r>
              <a:t>08 / 08</a:t>
            </a:r>
          </a:p>
        </p:txBody>
      </p:sp>
    </p:spTree>
    <p:extLst>
      <p:ext uri="{BB962C8B-B14F-4D97-AF65-F5344CB8AC3E}">
        <p14:creationId xmlns:p14="http://schemas.microsoft.com/office/powerpoint/2010/main" val="11407579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2026-06-09T23:31:11.7200000Z</dcterms:created>
  <dcterms:modified xsi:type="dcterms:W3CDTF">2026-06-09T23:31:11.7200000Z</dcterms:modified>
</coreProperties>
</file>