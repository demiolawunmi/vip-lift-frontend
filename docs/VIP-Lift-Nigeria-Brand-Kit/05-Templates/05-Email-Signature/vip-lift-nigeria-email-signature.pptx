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552646d024765" /><Relationship Type="http://schemas.openxmlformats.org/officeDocument/2006/relationships/extended-properties" Target="/docProps/app.xml" Id="R8c803bf4e1484cd0" /><Relationship Type="http://schemas.openxmlformats.org/officeDocument/2006/relationships/officeDocument" Target="/ppt/presentation.xml" Id="Rbd619ebc632e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b70ae86b04a38"/>
  </p:sldMasterIdLst>
  <p:notesMasterIdLst>
    <p:notesMasterId xmlns:r="http://schemas.openxmlformats.org/officeDocument/2006/relationships" r:id="R3ce3c37e17714576"/>
  </p:notesMasterIdLst>
  <p:sldIdLst>
    <p:sldId xmlns:r="http://schemas.openxmlformats.org/officeDocument/2006/relationships" id="256" r:id="R159a3759ed6c4b38"/>
  </p:sldIdLst>
  <p:sldSz cx="11430000" cy="4191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6e63f9d6d4079" /><Relationship Type="http://schemas.openxmlformats.org/officeDocument/2006/relationships/slideMaster" Target="/ppt/slideMasters/slideMaster1.xml" Id="R4ffb70ae86b04a38" /><Relationship Type="http://schemas.openxmlformats.org/officeDocument/2006/relationships/notesMaster" Target="/ppt/notesMasters/notesMaster1.xml" Id="R3ce3c37e17714576" /><Relationship Type="http://schemas.openxmlformats.org/officeDocument/2006/relationships/presProps" Target="/ppt/presProps.xml" Id="Rda329c5e81f34708" /><Relationship Type="http://schemas.openxmlformats.org/officeDocument/2006/relationships/viewProps" Target="/ppt/viewProps.xml" Id="R8272fac4411d4bb6" /><Relationship Type="http://schemas.openxmlformats.org/officeDocument/2006/relationships/tableStyles" Target="/ppt/tableStyles.xml" Id="Rbdd15af9296d4bb3" /><Relationship Type="http://schemas.openxmlformats.org/officeDocument/2006/relationships/slide" Target="/ppt/slides/slide1.xml" Id="R159a3759ed6c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40ca3619343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79d8f7db044e98" /><Relationship Type="http://schemas.openxmlformats.org/officeDocument/2006/relationships/notesMaster" Target="/ppt/notesMasters/notesMaster1.xml" Id="R16f10c966468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95d059d0b46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c09da0ca54c02" /><Relationship Type="http://schemas.openxmlformats.org/officeDocument/2006/relationships/slideLayout" Target="/ppt/slideLayouts/slideLayout1.xml" Id="R3c6006063266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006063266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64ecb5c85438f" /><Relationship Type="http://schemas.openxmlformats.org/officeDocument/2006/relationships/image" Target="/ppt/media/image.png" Id="Rfad27ac6ae534603" /><Relationship Type="http://schemas.openxmlformats.org/officeDocument/2006/relationships/notesSlide" Target="/ppt/notesSlides/notesSlide1.xml" Id="R7bef2deb6c79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27ac6ae534603"/>
          <a:stretch xmlns:a="http://schemas.openxmlformats.org/drawingml/2006/main"/>
        </p:blipFill>
        <p:spPr>
          <a:xfrm xmlns:a="http://schemas.openxmlformats.org/drawingml/2006/main">
            <a:off x="407988" y="819150"/>
            <a:ext cx="3317875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2DAD-CDA7-4D86-9207-2C2342F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"/>
            <a:ext cx="38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88A37-DDC3-4F92-A1EC-CB45A4F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8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Alex Morgan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D96CE-4566-444B-B4E4-1C9D038F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23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CLIENT SOLUTIONS DIRECTOR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BF757-D74C-4083-B0E8-DD90593E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7640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alex.morgan@viplift.example</a:t>
            </a:r>
          </a:p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67FD-5399-4404-AC6E-66BA26F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Lift supply • Installation • Repair • Servicing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1526707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2026-06-09T23:31:12.0930000Z</dcterms:created>
  <dcterms:modified xsi:type="dcterms:W3CDTF">2026-06-09T23:31:12.0930000Z</dcterms:modified>
</coreProperties>
</file>