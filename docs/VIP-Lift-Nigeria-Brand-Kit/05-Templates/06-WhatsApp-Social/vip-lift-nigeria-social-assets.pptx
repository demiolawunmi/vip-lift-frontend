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c7996feac44e10" /><Relationship Type="http://schemas.openxmlformats.org/officeDocument/2006/relationships/extended-properties" Target="/docProps/app.xml" Id="R45524956857e4cf3" /><Relationship Type="http://schemas.openxmlformats.org/officeDocument/2006/relationships/officeDocument" Target="/ppt/presentation.xml" Id="Rfc75069dc7a048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e8cac03c664c78"/>
  </p:sldMasterIdLst>
  <p:notesMasterIdLst>
    <p:notesMasterId xmlns:r="http://schemas.openxmlformats.org/officeDocument/2006/relationships" r:id="Re558431a012a4097"/>
  </p:notesMasterIdLst>
  <p:sldIdLst>
    <p:sldId xmlns:r="http://schemas.openxmlformats.org/officeDocument/2006/relationships" id="256" r:id="Rf7d8553cd33d422e"/>
    <p:sldId xmlns:r="http://schemas.openxmlformats.org/officeDocument/2006/relationships" id="257" r:id="Re64e7a24d9cf4da4"/>
  </p:sldIdLst>
  <p:sldSz cx="10287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c5107403ce4e9c" /><Relationship Type="http://schemas.openxmlformats.org/officeDocument/2006/relationships/slideMaster" Target="/ppt/slideMasters/slideMaster1.xml" Id="R25e8cac03c664c78" /><Relationship Type="http://schemas.openxmlformats.org/officeDocument/2006/relationships/notesMaster" Target="/ppt/notesMasters/notesMaster1.xml" Id="Re558431a012a4097" /><Relationship Type="http://schemas.openxmlformats.org/officeDocument/2006/relationships/presProps" Target="/ppt/presProps.xml" Id="Rddaa1a96027f4235" /><Relationship Type="http://schemas.openxmlformats.org/officeDocument/2006/relationships/viewProps" Target="/ppt/viewProps.xml" Id="R21b79709b3ef42d4" /><Relationship Type="http://schemas.openxmlformats.org/officeDocument/2006/relationships/tableStyles" Target="/ppt/tableStyles.xml" Id="R03be609c8a734d5b" /><Relationship Type="http://schemas.openxmlformats.org/officeDocument/2006/relationships/slide" Target="/ppt/slides/slide1.xml" Id="Rf7d8553cd33d422e" /><Relationship Type="http://schemas.openxmlformats.org/officeDocument/2006/relationships/slide" Target="/ppt/slides/slide2.xml" Id="Re64e7a24d9cf4d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137262a06d48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Input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Input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Input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Input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Input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Input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55b224f6a2414c" /><Relationship Type="http://schemas.openxmlformats.org/officeDocument/2006/relationships/notesMaster" Target="/ppt/notesMasters/notesMaster1.xml" Id="Rf2973ffee96f4e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58cb29334549a6" /><Relationship Type="http://schemas.openxmlformats.org/officeDocument/2006/relationships/notesMaster" Target="/ppt/notesMasters/notesMaster1.xml" Id="R5a2b1910660645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5b45b63504d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ba0c21510544c6" /><Relationship Type="http://schemas.openxmlformats.org/officeDocument/2006/relationships/slideLayout" Target="/ppt/slideLayouts/slideLayout1.xml" Id="R2e86925d14c742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86925d14c742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3b6097fa747b9" /><Relationship Type="http://schemas.openxmlformats.org/officeDocument/2006/relationships/image" Target="/ppt/media/image.png" Id="R2e1291c7433a433c" /><Relationship Type="http://schemas.openxmlformats.org/officeDocument/2006/relationships/image" Target="/ppt/media/image2.png" Id="R2b1159922f004ec3" /><Relationship Type="http://schemas.openxmlformats.org/officeDocument/2006/relationships/notesSlide" Target="/ppt/notesSlides/notesSlide1.xml" Id="Ra6a8cd9464c042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a194aa7954906" /><Relationship Type="http://schemas.openxmlformats.org/officeDocument/2006/relationships/image" Target="/ppt/media/image3.png" Id="R651461fc41d744f8" /><Relationship Type="http://schemas.openxmlformats.org/officeDocument/2006/relationships/notesSlide" Target="/ppt/notesSlides/notesSlide2.xml" Id="R0b4610be857042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291c7433a433c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72768-E0FE-4351-93AA-7801A6A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4">
              <a:alpha val="72157"/>
            </a:srgbClr>
          </a:solidFill>
          <a:ln xmlns:a="http://schemas.openxmlformats.org/drawingml/2006/main" w="0">
            <a:solidFill>
              <a:srgbClr val="020814">
                <a:alpha val="72157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159922f004ec3"/>
          <a:stretch xmlns:a="http://schemas.openxmlformats.org/drawingml/2006/main"/>
        </p:blipFill>
        <p:spPr>
          <a:xfrm xmlns:a="http://schemas.openxmlformats.org/drawingml/2006/main">
            <a:off x="855663" y="590550"/>
            <a:ext cx="3317875" cy="104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F136B-BEC8-4560-B456-224C9E93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762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Premium Lift Solutions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for Nigerian Buildings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B348-8E30-4284-8FBE-946A395C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1009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9218A-82BD-432C-ACE4-A1B512B7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714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SUPPLY  •  INSTALLATION  •  REPAIR</a:t>
            </a:r>
          </a:p>
          <a:p xmlns:a="http://schemas.openxmlformats.org/drawingml/2006/main">
            <a:pPr algn="l">
              <a:defRPr sz="1050" b="1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SERVICING  •  MAINTENANCE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4BC29-7ED9-46BE-AD23-6A12D226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0"/>
            <a:ext cx="3143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EF3A1-6551-4334-B8CD-810FDABB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0391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REQUEST A SITE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33DBC-41CA-4713-8494-38745FD9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678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www.viplift.example</a:t>
            </a:r>
          </a:p>
        </p:txBody>
      </p:sp>
    </p:spTree>
    <p:extLst>
      <p:ext uri="{BB962C8B-B14F-4D97-AF65-F5344CB8AC3E}">
        <p14:creationId xmlns:p14="http://schemas.microsoft.com/office/powerpoint/2010/main" val="1175942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461fc41d744f8"/>
          <a:stretch xmlns:a="http://schemas.openxmlformats.org/drawingml/2006/main"/>
        </p:blipFill>
        <p:spPr>
          <a:xfrm xmlns:a="http://schemas.openxmlformats.org/drawingml/2006/main">
            <a:off x="2190750" y="2000250"/>
            <a:ext cx="5905500" cy="590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0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2026-06-09T23:31:12.1240000Z</dcterms:created>
  <dcterms:modified xsi:type="dcterms:W3CDTF">2026-06-09T23:31:12.1240000Z</dcterms:modified>
</coreProperties>
</file>