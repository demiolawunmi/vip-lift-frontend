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e45a427db6420a" /><Relationship Type="http://schemas.openxmlformats.org/officeDocument/2006/relationships/extended-properties" Target="/docProps/app.xml" Id="Rb31d0cfbbba8484b" /><Relationship Type="http://schemas.openxmlformats.org/officeDocument/2006/relationships/officeDocument" Target="/ppt/presentation.xml" Id="Rbeff95bc4976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c219e7beb496f"/>
  </p:sldMasterIdLst>
  <p:notesMasterIdLst>
    <p:notesMasterId xmlns:r="http://schemas.openxmlformats.org/officeDocument/2006/relationships" r:id="R2324bb68f74c49ee"/>
  </p:notesMasterIdLst>
  <p:sldIdLst>
    <p:sldId xmlns:r="http://schemas.openxmlformats.org/officeDocument/2006/relationships" id="256" r:id="R91fc93343fd04762"/>
    <p:sldId xmlns:r="http://schemas.openxmlformats.org/officeDocument/2006/relationships" id="257" r:id="R9c86a243054840f3"/>
    <p:sldId xmlns:r="http://schemas.openxmlformats.org/officeDocument/2006/relationships" id="258" r:id="Rd1056da2143849c8"/>
    <p:sldId xmlns:r="http://schemas.openxmlformats.org/officeDocument/2006/relationships" id="259" r:id="R2111a9e583464e26"/>
  </p:sldIdLst>
  <p:sldSz cx="3200400" cy="18288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4c5a7c9ee84acf" /><Relationship Type="http://schemas.openxmlformats.org/officeDocument/2006/relationships/slideMaster" Target="/ppt/slideMasters/slideMaster1.xml" Id="R16fc219e7beb496f" /><Relationship Type="http://schemas.openxmlformats.org/officeDocument/2006/relationships/notesMaster" Target="/ppt/notesMasters/notesMaster1.xml" Id="R2324bb68f74c49ee" /><Relationship Type="http://schemas.openxmlformats.org/officeDocument/2006/relationships/presProps" Target="/ppt/presProps.xml" Id="R659704247db245f8" /><Relationship Type="http://schemas.openxmlformats.org/officeDocument/2006/relationships/viewProps" Target="/ppt/viewProps.xml" Id="Ra7d81092bf604273" /><Relationship Type="http://schemas.openxmlformats.org/officeDocument/2006/relationships/tableStyles" Target="/ppt/tableStyles.xml" Id="R6058af49c0f54e2f" /><Relationship Type="http://schemas.openxmlformats.org/officeDocument/2006/relationships/slide" Target="/ppt/slides/slide1.xml" Id="R91fc93343fd04762" /><Relationship Type="http://schemas.openxmlformats.org/officeDocument/2006/relationships/slide" Target="/ppt/slides/slide2.xml" Id="R9c86a243054840f3" /><Relationship Type="http://schemas.openxmlformats.org/officeDocument/2006/relationships/slide" Target="/ppt/slides/slide3.xml" Id="Rd1056da2143849c8" /><Relationship Type="http://schemas.openxmlformats.org/officeDocument/2006/relationships/slide" Target="/ppt/slides/slide4.xml" Id="R2111a9e58346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990c27a91e49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201d760224bcc" /><Relationship Type="http://schemas.openxmlformats.org/officeDocument/2006/relationships/notesMaster" Target="/ppt/notesMasters/notesMaster1.xml" Id="Rab1c3fe6e00640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2e1aaab129453c" /><Relationship Type="http://schemas.openxmlformats.org/officeDocument/2006/relationships/notesMaster" Target="/ppt/notesMasters/notesMaster1.xml" Id="R4ca15eddee3f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8532f31c4d4bcc" /><Relationship Type="http://schemas.openxmlformats.org/officeDocument/2006/relationships/notesMaster" Target="/ppt/notesMasters/notesMaster1.xml" Id="R1ed6954cb1c2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9417419fb486f" /><Relationship Type="http://schemas.openxmlformats.org/officeDocument/2006/relationships/notesMaster" Target="/ppt/notesMasters/notesMaster1.xml" Id="Rc3d275e2d518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f4c1f0122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0a96ebaa374393" /><Relationship Type="http://schemas.openxmlformats.org/officeDocument/2006/relationships/slideLayout" Target="/ppt/slideLayouts/slideLayout1.xml" Id="Rebda22b28f8c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a22b28f8c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15a29f1694338" /><Relationship Type="http://schemas.openxmlformats.org/officeDocument/2006/relationships/image" Target="/ppt/media/image.png" Id="R270e2f8d8ebc4202" /><Relationship Type="http://schemas.openxmlformats.org/officeDocument/2006/relationships/notesSlide" Target="/ppt/notesSlides/notesSlide1.xml" Id="R6819e57cf8134f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9daf0159e42d1" /><Relationship Type="http://schemas.openxmlformats.org/officeDocument/2006/relationships/image" Target="/ppt/media/image2.png" Id="R77142e98e3da48f8" /><Relationship Type="http://schemas.openxmlformats.org/officeDocument/2006/relationships/notesSlide" Target="/ppt/notesSlides/notesSlide2.xml" Id="Rfe32d929594a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4e94a2b9d4638" /><Relationship Type="http://schemas.openxmlformats.org/officeDocument/2006/relationships/image" Target="/ppt/media/image3.png" Id="R4fd1564e5d054038" /><Relationship Type="http://schemas.openxmlformats.org/officeDocument/2006/relationships/notesSlide" Target="/ppt/notesSlides/notesSlide3.xml" Id="R192b990b990549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0e430f5e84a41" /><Relationship Type="http://schemas.openxmlformats.org/officeDocument/2006/relationships/image" Target="/ppt/media/image4.png" Id="R0ba6a0793c364576" /><Relationship Type="http://schemas.openxmlformats.org/officeDocument/2006/relationships/notesSlide" Target="/ppt/notesSlides/notesSlide4.xml" Id="R062c46a015ad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e2f8d8ebc4202"/>
          <a:stretch xmlns:a="http://schemas.openxmlformats.org/drawingml/2006/main"/>
        </p:blipFill>
        <p:spPr>
          <a:xfrm xmlns:a="http://schemas.openxmlformats.org/drawingml/2006/main">
            <a:off x="190500" y="225592"/>
            <a:ext cx="1104900" cy="3489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9196E-85AB-459B-8EC1-88CF70C8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ALEX MORGAN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45F42-CA8A-48B7-AA3D-6F1B291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CLIENT SOLUTIONS DIRECTOR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EA50B-1BCC-41EE-8165-4D97D6F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57175"/>
            <a:ext cx="19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879CF-DEB9-43EA-9B94-11756192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7152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+234 809 555 0148</a:t>
            </a:r>
          </a:p>
          <a:p xmlns:a="http://schemas.openxmlformats.org/drawingml/2006/main">
            <a:pPr algn="l">
              <a:defRPr sz="51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alex.morgan@viplift.example</a:t>
            </a:r>
          </a:p>
          <a:p xmlns:a="http://schemas.openxmlformats.org/drawingml/2006/main">
            <a:pPr algn="l">
              <a:defRPr sz="51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83AD5-3FE3-4079-A24A-261C2E2F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240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</p:spTree>
    <p:extLst>
      <p:ext uri="{BB962C8B-B14F-4D97-AF65-F5344CB8AC3E}">
        <p14:creationId xmlns:p14="http://schemas.microsoft.com/office/powerpoint/2010/main" val="2017994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42e98e3da48f8"/>
          <a:stretch xmlns:a="http://schemas.openxmlformats.org/drawingml/2006/main"/>
        </p:blipFill>
        <p:spPr>
          <a:xfrm xmlns:a="http://schemas.openxmlformats.org/drawingml/2006/main">
            <a:off x="1047750" y="2095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15ED6-5607-47D6-B4D4-6E0AE95B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Lift supply • Installation • Repair • Servicing • Maintenance</a:t>
            </a:r>
          </a:p>
        </p:txBody>
      </p:sp>
    </p:spTree>
    <p:extLst>
      <p:ext uri="{BB962C8B-B14F-4D97-AF65-F5344CB8AC3E}">
        <p14:creationId xmlns:p14="http://schemas.microsoft.com/office/powerpoint/2010/main" val="1824929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1564e5d054038"/>
          <a:stretch xmlns:a="http://schemas.openxmlformats.org/drawingml/2006/main"/>
        </p:blipFill>
        <p:spPr>
          <a:xfrm xmlns:a="http://schemas.openxmlformats.org/drawingml/2006/main">
            <a:off x="190500" y="225592"/>
            <a:ext cx="1104900" cy="3489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1F919-E3DA-430D-B63D-A2A76417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ALEX MORGAN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FD38E-96E7-4621-B20F-D4D113C9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CLIENT SOLUTIONS DIRECTOR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53ED5-BE1F-4B54-A8C1-B340D7D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57175"/>
            <a:ext cx="19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D9B38-D069-4E6F-9028-9EC7C6E1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7152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+234 809 555 0148</a:t>
            </a:r>
          </a:p>
          <a:p xmlns:a="http://schemas.openxmlformats.org/drawingml/2006/main">
            <a:pPr algn="l">
              <a:defRPr sz="51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alex.morgan@viplift.example</a:t>
            </a:r>
          </a:p>
          <a:p xmlns:a="http://schemas.openxmlformats.org/drawingml/2006/main">
            <a:pPr algn="l">
              <a:defRPr sz="51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B0FFE-D444-4DB1-BD77-FE8CABE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240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</p:spTree>
    <p:extLst>
      <p:ext uri="{BB962C8B-B14F-4D97-AF65-F5344CB8AC3E}">
        <p14:creationId xmlns:p14="http://schemas.microsoft.com/office/powerpoint/2010/main" val="2010349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6a0793c364576"/>
          <a:stretch xmlns:a="http://schemas.openxmlformats.org/drawingml/2006/main"/>
        </p:blipFill>
        <p:spPr>
          <a:xfrm xmlns:a="http://schemas.openxmlformats.org/drawingml/2006/main">
            <a:off x="1047750" y="2095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7E04-2944-4597-86CF-F2E6516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Lift supply • Installation • Repair • Servicing • Maintenance</a:t>
            </a:r>
          </a:p>
        </p:txBody>
      </p:sp>
    </p:spTree>
    <p:extLst>
      <p:ext uri="{BB962C8B-B14F-4D97-AF65-F5344CB8AC3E}">
        <p14:creationId xmlns:p14="http://schemas.microsoft.com/office/powerpoint/2010/main" val="457992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2026-06-09T23:31:11.9770000Z</dcterms:created>
  <dcterms:modified xsi:type="dcterms:W3CDTF">2026-06-09T23:31:11.9770000Z</dcterms:modified>
</coreProperties>
</file>