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dd83e8e774147bd" /><Relationship Type="http://schemas.openxmlformats.org/officeDocument/2006/relationships/extended-properties" Target="/docProps/app.xml" Id="R041ff02e4fea474e" /><Relationship Type="http://schemas.openxmlformats.org/officeDocument/2006/relationships/officeDocument" Target="/ppt/presentation.xml" Id="Rda426bc7cb57497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2524882f63447bc"/>
  </p:sldMasterIdLst>
  <p:notesMasterIdLst>
    <p:notesMasterId xmlns:r="http://schemas.openxmlformats.org/officeDocument/2006/relationships" r:id="Rfc6dc604d5004267"/>
  </p:notesMasterIdLst>
  <p:sldIdLst>
    <p:sldId xmlns:r="http://schemas.openxmlformats.org/officeDocument/2006/relationships" id="256" r:id="Rafb132ef54924b1b"/>
    <p:sldId xmlns:r="http://schemas.openxmlformats.org/officeDocument/2006/relationships" id="257" r:id="R715c140a91bc4881"/>
    <p:sldId xmlns:r="http://schemas.openxmlformats.org/officeDocument/2006/relationships" id="258" r:id="R0aeeeb20454d46c4"/>
    <p:sldId xmlns:r="http://schemas.openxmlformats.org/officeDocument/2006/relationships" id="259" r:id="R83518838fe5b4a01"/>
  </p:sldIdLst>
  <p:sldSz cx="3429000" cy="20574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41b30e480454d3b" /><Relationship Type="http://schemas.openxmlformats.org/officeDocument/2006/relationships/slideMaster" Target="/ppt/slideMasters/slideMaster1.xml" Id="Rf2524882f63447bc" /><Relationship Type="http://schemas.openxmlformats.org/officeDocument/2006/relationships/notesMaster" Target="/ppt/notesMasters/notesMaster1.xml" Id="Rfc6dc604d5004267" /><Relationship Type="http://schemas.openxmlformats.org/officeDocument/2006/relationships/presProps" Target="/ppt/presProps.xml" Id="R06daaae24a684e75" /><Relationship Type="http://schemas.openxmlformats.org/officeDocument/2006/relationships/viewProps" Target="/ppt/viewProps.xml" Id="Rdf703596730d40dd" /><Relationship Type="http://schemas.openxmlformats.org/officeDocument/2006/relationships/tableStyles" Target="/ppt/tableStyles.xml" Id="R78899d4e0e3b4d0f" /><Relationship Type="http://schemas.openxmlformats.org/officeDocument/2006/relationships/slide" Target="/ppt/slides/slide1.xml" Id="Rafb132ef54924b1b" /><Relationship Type="http://schemas.openxmlformats.org/officeDocument/2006/relationships/slide" Target="/ppt/slides/slide2.xml" Id="R715c140a91bc4881" /><Relationship Type="http://schemas.openxmlformats.org/officeDocument/2006/relationships/slide" Target="/ppt/slides/slide3.xml" Id="R0aeeeb20454d46c4" /><Relationship Type="http://schemas.openxmlformats.org/officeDocument/2006/relationships/slide" Target="/ppt/slides/slide4.xml" Id="R83518838fe5b4a0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256bda80d68448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Input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Input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Input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Input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Input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Input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b24a8723c7c438c" /><Relationship Type="http://schemas.openxmlformats.org/officeDocument/2006/relationships/notesMaster" Target="/ppt/notesMasters/notesMaster1.xml" Id="Rff92a2df431b498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7396a6879c04356" /><Relationship Type="http://schemas.openxmlformats.org/officeDocument/2006/relationships/notesMaster" Target="/ppt/notesMasters/notesMaster1.xml" Id="R8b9b1facf7784ac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42c06e404394498" /><Relationship Type="http://schemas.openxmlformats.org/officeDocument/2006/relationships/notesMaster" Target="/ppt/notesMasters/notesMaster1.xml" Id="R7a6ac1e49b644d1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6dbd896a10740c2" /><Relationship Type="http://schemas.openxmlformats.org/officeDocument/2006/relationships/notesMaster" Target="/ppt/notesMasters/notesMaster1.xml" Id="Rb908ab4a49c140c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Input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Input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Input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Input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Input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Input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Input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Input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Input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Input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Input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Input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a0d0be38c341b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5d756e74335430c" /><Relationship Type="http://schemas.openxmlformats.org/officeDocument/2006/relationships/slideLayout" Target="/ppt/slideLayouts/slideLayout1.xml" Id="R66f58890151c4d0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6f58890151c4d0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1b071acfba4660" /><Relationship Type="http://schemas.openxmlformats.org/officeDocument/2006/relationships/image" Target="/ppt/media/image.png" Id="Rbe50e81ecc6d4652" /><Relationship Type="http://schemas.openxmlformats.org/officeDocument/2006/relationships/notesSlide" Target="/ppt/notesSlides/notesSlide1.xml" Id="Rd59ee6c4824149f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558a405e78496e" /><Relationship Type="http://schemas.openxmlformats.org/officeDocument/2006/relationships/image" Target="/ppt/media/image2.png" Id="Rd850ecf2d1c44935" /><Relationship Type="http://schemas.openxmlformats.org/officeDocument/2006/relationships/notesSlide" Target="/ppt/notesSlides/notesSlide2.xml" Id="Ra23bcb6bae3b4bf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c5c58096984398" /><Relationship Type="http://schemas.openxmlformats.org/officeDocument/2006/relationships/image" Target="/ppt/media/image3.png" Id="Ra90bcaaf300a4bb0" /><Relationship Type="http://schemas.openxmlformats.org/officeDocument/2006/relationships/notesSlide" Target="/ppt/notesSlides/notesSlide3.xml" Id="R8a7ed01e1bdb407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6ed916c73e4eee" /><Relationship Type="http://schemas.openxmlformats.org/officeDocument/2006/relationships/image" Target="/ppt/media/image4.png" Id="R54cea3ddcdaa47c4" /><Relationship Type="http://schemas.openxmlformats.org/officeDocument/2006/relationships/notesSlide" Target="/ppt/notesSlides/notesSlide4.xml" Id="Rd719fc45d23745d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613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50e81ecc6d4652"/>
          <a:stretch xmlns:a="http://schemas.openxmlformats.org/drawingml/2006/main"/>
        </p:blipFill>
        <p:spPr>
          <a:xfrm xmlns:a="http://schemas.openxmlformats.org/drawingml/2006/main">
            <a:off x="304800" y="339892"/>
            <a:ext cx="1104900" cy="348916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9C82A9-17BB-4E9F-9F41-1F959368F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47675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FFFFFF"/>
                </a:solidFill>
                <a:latin typeface="Cormorant Garamond"/>
                <a:ea typeface="Cormorant Garamond"/>
                <a:cs typeface="Cormorant Garamond"/>
              </a:defRPr>
            </a:pPr>
            <a:r>
              <a:t>ALEX MORGAN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22E59C-D9D1-42BE-A9BB-104D461E0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638175"/>
            <a:ext cx="1143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13" b="1" i="0">
                <a:solidFill>
                  <a:srgbClr val="168A55"/>
                </a:solidFill>
                <a:latin typeface="Montserrat"/>
                <a:ea typeface="Montserrat"/>
                <a:cs typeface="Montserrat"/>
              </a:defRPr>
            </a:pPr>
            <a:r>
              <a:t>CLIENT SOLUTIONS DIRECTOR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9B7D39-1083-48B9-9CC0-B7D579321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371475"/>
            <a:ext cx="190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55"/>
          </a:solidFill>
          <a:ln xmlns:a="http://schemas.openxmlformats.org/drawingml/2006/main" w="0">
            <a:solidFill>
              <a:srgbClr val="168A5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313E88-8F19-4C20-A858-74A1608CC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885825"/>
            <a:ext cx="1200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10" b="0" i="0">
                <a:solidFill>
                  <a:srgbClr val="D8D8D4"/>
                </a:solidFill>
                <a:latin typeface="Inter"/>
                <a:ea typeface="Inter"/>
                <a:cs typeface="Inter"/>
              </a:defRPr>
            </a:pPr>
            <a:r>
              <a:t>+234 809 555 0148</a:t>
            </a:r>
          </a:p>
          <a:p xmlns:a="http://schemas.openxmlformats.org/drawingml/2006/main">
            <a:pPr algn="l">
              <a:defRPr sz="510" b="0" i="0">
                <a:solidFill>
                  <a:srgbClr val="D8D8D4"/>
                </a:solidFill>
                <a:latin typeface="Inter"/>
                <a:ea typeface="Inter"/>
                <a:cs typeface="Inter"/>
              </a:defRPr>
            </a:pPr>
            <a:r>
              <a:t>alex.morgan@viplift.example</a:t>
            </a:r>
          </a:p>
          <a:p xmlns:a="http://schemas.openxmlformats.org/drawingml/2006/main">
            <a:pPr algn="l">
              <a:defRPr sz="510" b="0" i="0">
                <a:solidFill>
                  <a:srgbClr val="D8D8D4"/>
                </a:solidFill>
                <a:latin typeface="Inter"/>
                <a:ea typeface="Inter"/>
                <a:cs typeface="Inter"/>
              </a:defRPr>
            </a:pPr>
            <a:r>
              <a:t>www.viplift.example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2F2798-8D28-4558-8293-4C18DFB11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638300"/>
            <a:ext cx="1333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13" b="1" i="0">
                <a:solidFill>
                  <a:srgbClr val="168A55"/>
                </a:solidFill>
                <a:latin typeface="Montserrat"/>
                <a:ea typeface="Montserrat"/>
                <a:cs typeface="Montserrat"/>
              </a:defRPr>
            </a:pPr>
            <a:r>
              <a:t>VALUE. INNOVATION. PRESTIGE.</a:t>
            </a:r>
          </a:p>
        </p:txBody>
      </p:sp>
    </p:spTree>
    <p:extLst>
      <p:ext uri="{BB962C8B-B14F-4D97-AF65-F5344CB8AC3E}">
        <p14:creationId xmlns:p14="http://schemas.microsoft.com/office/powerpoint/2010/main" val="185830016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208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50ecf2d1c44935"/>
          <a:stretch xmlns:a="http://schemas.openxmlformats.org/drawingml/2006/main"/>
        </p:blipFill>
        <p:spPr>
          <a:xfrm xmlns:a="http://schemas.openxmlformats.org/drawingml/2006/main">
            <a:off x="1162050" y="323850"/>
            <a:ext cx="1104900" cy="11049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E95B1E-D3D5-4D60-9773-2C9BC3741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09725"/>
            <a:ext cx="22860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35" b="0" i="0">
                <a:solidFill>
                  <a:srgbClr val="D8D8D4"/>
                </a:solidFill>
                <a:latin typeface="Inter"/>
                <a:ea typeface="Inter"/>
                <a:cs typeface="Inter"/>
              </a:defRPr>
            </a:pPr>
            <a:r>
              <a:t>Lift supply • Installation • Repair • Servicing • Maintenance</a:t>
            </a:r>
          </a:p>
        </p:txBody>
      </p:sp>
    </p:spTree>
    <p:extLst>
      <p:ext uri="{BB962C8B-B14F-4D97-AF65-F5344CB8AC3E}">
        <p14:creationId xmlns:p14="http://schemas.microsoft.com/office/powerpoint/2010/main" val="92582029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0bcaaf300a4bb0"/>
          <a:stretch xmlns:a="http://schemas.openxmlformats.org/drawingml/2006/main"/>
        </p:blipFill>
        <p:spPr>
          <a:xfrm xmlns:a="http://schemas.openxmlformats.org/drawingml/2006/main">
            <a:off x="304800" y="339892"/>
            <a:ext cx="1104900" cy="348916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5D980C-8F3E-4B0D-98D2-B6BE83E9D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47675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61326"/>
                </a:solidFill>
                <a:latin typeface="Cormorant Garamond"/>
                <a:ea typeface="Cormorant Garamond"/>
                <a:cs typeface="Cormorant Garamond"/>
              </a:defRPr>
            </a:pPr>
            <a:r>
              <a:t>ALEX MORGAN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0B34BF-3155-418C-84C0-301CFB7A1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638175"/>
            <a:ext cx="1143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13" b="1" i="0">
                <a:solidFill>
                  <a:srgbClr val="0F5F3C"/>
                </a:solidFill>
                <a:latin typeface="Montserrat"/>
                <a:ea typeface="Montserrat"/>
                <a:cs typeface="Montserrat"/>
              </a:defRPr>
            </a:pPr>
            <a:r>
              <a:t>CLIENT SOLUTIONS DIRECTOR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7D0C94-9D43-4202-935C-07C527749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371475"/>
            <a:ext cx="190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55"/>
          </a:solidFill>
          <a:ln xmlns:a="http://schemas.openxmlformats.org/drawingml/2006/main" w="0">
            <a:solidFill>
              <a:srgbClr val="168A5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4FE961-4AC0-4246-8194-568E6182A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885825"/>
            <a:ext cx="1200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10" b="0" i="0">
                <a:solidFill>
                  <a:srgbClr val="111418"/>
                </a:solidFill>
                <a:latin typeface="Inter"/>
                <a:ea typeface="Inter"/>
                <a:cs typeface="Inter"/>
              </a:defRPr>
            </a:pPr>
            <a:r>
              <a:t>+234 809 555 0148</a:t>
            </a:r>
          </a:p>
          <a:p xmlns:a="http://schemas.openxmlformats.org/drawingml/2006/main">
            <a:pPr algn="l">
              <a:defRPr sz="510" b="0" i="0">
                <a:solidFill>
                  <a:srgbClr val="111418"/>
                </a:solidFill>
                <a:latin typeface="Inter"/>
                <a:ea typeface="Inter"/>
                <a:cs typeface="Inter"/>
              </a:defRPr>
            </a:pPr>
            <a:r>
              <a:t>alex.morgan@viplift.example</a:t>
            </a:r>
          </a:p>
          <a:p xmlns:a="http://schemas.openxmlformats.org/drawingml/2006/main">
            <a:pPr algn="l">
              <a:defRPr sz="510" b="0" i="0">
                <a:solidFill>
                  <a:srgbClr val="111418"/>
                </a:solidFill>
                <a:latin typeface="Inter"/>
                <a:ea typeface="Inter"/>
                <a:cs typeface="Inter"/>
              </a:defRPr>
            </a:pPr>
            <a:r>
              <a:t>www.viplift.example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EF92A1-568D-4D6B-BCC3-37C66D6E5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638300"/>
            <a:ext cx="1333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13" b="1" i="0">
                <a:solidFill>
                  <a:srgbClr val="0F5F3C"/>
                </a:solidFill>
                <a:latin typeface="Montserrat"/>
                <a:ea typeface="Montserrat"/>
                <a:cs typeface="Montserrat"/>
              </a:defRPr>
            </a:pPr>
            <a:r>
              <a:t>VALUE. INNOVATION. PRESTIGE.</a:t>
            </a:r>
          </a:p>
        </p:txBody>
      </p:sp>
    </p:spTree>
    <p:extLst>
      <p:ext uri="{BB962C8B-B14F-4D97-AF65-F5344CB8AC3E}">
        <p14:creationId xmlns:p14="http://schemas.microsoft.com/office/powerpoint/2010/main" val="19445904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3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cea3ddcdaa47c4"/>
          <a:stretch xmlns:a="http://schemas.openxmlformats.org/drawingml/2006/main"/>
        </p:blipFill>
        <p:spPr>
          <a:xfrm xmlns:a="http://schemas.openxmlformats.org/drawingml/2006/main">
            <a:off x="1162050" y="323850"/>
            <a:ext cx="1104900" cy="11049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7A669B-DB68-44F2-94F5-1B5A71A6A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09725"/>
            <a:ext cx="22860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35" b="0" i="0">
                <a:solidFill>
                  <a:srgbClr val="111418"/>
                </a:solidFill>
                <a:latin typeface="Inter"/>
                <a:ea typeface="Inter"/>
                <a:cs typeface="Inter"/>
              </a:defRPr>
            </a:pPr>
            <a:r>
              <a:t>Lift supply • Installation • Repair • Servicing • Maintenance</a:t>
            </a:r>
          </a:p>
        </p:txBody>
      </p:sp>
    </p:spTree>
    <p:extLst>
      <p:ext uri="{BB962C8B-B14F-4D97-AF65-F5344CB8AC3E}">
        <p14:creationId xmlns:p14="http://schemas.microsoft.com/office/powerpoint/2010/main" val="184713181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2026-06-09T23:31:12.0220000Z</dcterms:created>
  <dcterms:modified xsi:type="dcterms:W3CDTF">2026-06-09T23:31:12.0220000Z</dcterms:modified>
</coreProperties>
</file>